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PENGEMBANGAN POTENSI DAERAH TASIU</a:t>
            </a:r>
          </a:p>
          <a:p>
            <a:r>
              <a:t>Kec. Kalukku, Kab. Mamuju – Sulawesi Barat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MK Manajemen Organisasi &amp; Bisnis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Identifikasi Potensi Daerah Tasiu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Pertanian: Kakao, kelapa, pisang, jagung</a:t>
            </a:r>
          </a:p>
          <a:p>
            <a:r>
              <a:t>- Perikanan: ikan air tawar &amp; laut</a:t>
            </a:r>
          </a:p>
          <a:p>
            <a:r>
              <a:t>- Peternakan: ayam, sapi, kambing</a:t>
            </a:r>
          </a:p>
          <a:p>
            <a:r>
              <a:t>- UMKM lokal: minyak kelapa, gula merah, kue tradisional</a:t>
            </a:r>
          </a:p>
          <a:p>
            <a:r>
              <a:t>- Wisata: desa, sungai, pantai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Potensi Paling Menjanjikan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UMKM Olahan Kakao &amp; Kelapa</a:t>
            </a:r>
          </a:p>
          <a:p>
            <a:r>
              <a:t>Alasan:</a:t>
            </a:r>
          </a:p>
          <a:p>
            <a:r>
              <a:t>- Bahan baku tersedia di desa</a:t>
            </a:r>
          </a:p>
          <a:p>
            <a:r>
              <a:t>- Bisa diolah jadi produk bernilai tinggi</a:t>
            </a:r>
          </a:p>
          <a:p>
            <a:r>
              <a:t>- Cocok jadi oleh-oleh khas Mamuju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Nilai Tambah &amp; Lapangan Kerja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Bisnis: UMKM 'Tasiu Sejahtera'</a:t>
            </a:r>
          </a:p>
          <a:p>
            <a:r>
              <a:t>- Cokelat bubuk (drink)</a:t>
            </a:r>
          </a:p>
          <a:p>
            <a:r>
              <a:t>- Virgin Coconut Oil (VCO)</a:t>
            </a:r>
          </a:p>
          <a:p>
            <a:r>
              <a:t>- Keripik pisang</a:t>
            </a:r>
          </a:p>
          <a:p>
            <a:r>
              <a:t>- Sabun alami dari kelapa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Perlukah Sistem Informasi?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Solusi: Website + Aplikasi Mobile</a:t>
            </a:r>
          </a:p>
          <a:p>
            <a:r>
              <a:t>- Profil UMKM</a:t>
            </a:r>
          </a:p>
          <a:p>
            <a:r>
              <a:t>- Katalog produk</a:t>
            </a:r>
          </a:p>
          <a:p>
            <a:r>
              <a:t>- Order &amp; pembayaran</a:t>
            </a:r>
          </a:p>
          <a:p>
            <a:r>
              <a:t>- Pelatihan online</a:t>
            </a:r>
          </a:p>
          <a:p>
            <a:r>
              <a:t>- Manajemen stok &amp; laporan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Desain Lo-Fi (Sketsa Kasar)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[HALAMAN UTAMA]</a:t>
            </a:r>
          </a:p>
          <a:p>
            <a:r>
              <a:t>---------------------------------------------</a:t>
            </a:r>
          </a:p>
          <a:p>
            <a:r>
              <a:t>Logo | Home | Produk | Pelatihan</a:t>
            </a:r>
          </a:p>
          <a:p>
            <a:r>
              <a:t>Foto Produk + Tombol BELI SEKARANG</a:t>
            </a:r>
          </a:p>
          <a:p>
            <a:r>
              <a:t>[PRODUK] Foto | Nama | Harga | Tambah Cart</a:t>
            </a:r>
          </a:p>
          <a:p>
            <a:r>
              <a:t>[PELATIHAN] Video + PDF + Form Daftar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 Pengembangan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Pelatihan warga</a:t>
            </a:r>
          </a:p>
          <a:p>
            <a:r>
              <a:t>- Kerja sama UMKM</a:t>
            </a:r>
          </a:p>
          <a:p>
            <a:r>
              <a:t>- Promosi digital</a:t>
            </a:r>
          </a:p>
          <a:p>
            <a:r>
              <a:t>- Sertifikasi halal &amp; PIRT</a:t>
            </a:r>
          </a:p>
          <a:p>
            <a:r>
              <a:t>- Kolaborasi dengan cafe &amp; toko oleh-oleh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Struktur Repository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Repository: Manajemen-Organisasi-Bisnis</a:t>
            </a:r>
          </a:p>
          <a:p>
            <a:r>
              <a:t>/ppt_or_pdf</a:t>
            </a:r>
          </a:p>
          <a:p>
            <a:r>
              <a:t>/design_lofi</a:t>
            </a:r>
          </a:p>
          <a:p>
            <a:r>
              <a:t>/readme.md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Dari Desa Tasiu bisa lahir produk unggulan Sulawesi Barat.</a:t>
            </a:r>
          </a:p>
          <a:p>
            <a:r>
              <a:t>UMKM berbasis teknologi = masa depan ekonomi desa.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